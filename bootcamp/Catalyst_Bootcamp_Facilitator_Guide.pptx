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1117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B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7D2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Catalyst Coaching Bootcamp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- LEADERSHIP ONLY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3291840"/>
            <a:ext cx="1645920" cy="4572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5-Day Intensive  |  DR Site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Xfinity Outbound Telesales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 per Day: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30-min Morning Huddle (high energy)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Midday Floor Walk + Coaching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15-min Afternoon Focus Session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by Joshua Edgecomb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Power of the First 30 Seconds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Huddle - Run of Show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0972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min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600200" y="10972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with energy. Stand up, music playing as agents walk in. Set the tone.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1783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min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600200" y="17830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 the week. "5-day bootcamp. Morning huddle, midday check-ins, afternoon debrief. By Friday, you own the Compass Navigator."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4688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4688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600200" y="24688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topic: The Opening. Why the first 30 seconds matter. Play a bad example (robotic) vs. good example (warm, natural). Ask: "Which agent would you stay on the line for?"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1546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600200" y="31546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Walk through the Compass Navigator opening script. Emphasize natural delivery. Point out the window for personal connection between name and reason for call.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8404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38404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min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00200" y="38404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customer bonus: using their name early shows prep. "I see you've been with us for 3 years" is a power move.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5262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4526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45262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min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600200" y="45262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Recording disclosure: must happen before discovery. Practice saying it at a conversational pace.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0040" y="52120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5212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4400" y="5212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min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600200" y="52120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the afternoon activity: "You're going to pair up and practice your opening."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603504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6035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Tip: Don't lecture. Ask questions. "Who has had a customer hang up in the first 10 seconds? What happened?" Get them talking early.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Power of the First 30 Seconds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Activity + Floor Walk + Commitments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ACTIVITY: The 30-Second Challenge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Pair up. One plays customer ("Hello?"), one plays agent. Full opening in 30 seconds. Stopwatch.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Must include a genuine personal connection (not just "How are you?"). Disclosure before 30s mark.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Debrief: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"What felt different live vs. reading? What did your partner do that made you want to listen?"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MIDDAY FLOOR WALK - CHECKLIST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4612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Is the greeting warm or robotic?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Is recording disclosure delivered before discovery?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Are agents using the customer's name on existing customer calls?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Is there a pause for personal connection or does it jump straight to pitch?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0" y="32461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Coaching:</a:t>
            </a:r>
            <a:endParaRPr lang="en-US" sz="10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Flat tone? Have them stand up.</a:t>
            </a:r>
            <a:endParaRPr lang="en-US" sz="10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Disclosure rushed? Practice at half speed.</a:t>
            </a:r>
            <a:endParaRPr lang="en-US" sz="10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No connection? "Ask one non-scripted question next call."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466344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1D4E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COMMITMENTS YOU'RE LOOKING FOR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507492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 Smile before you dial. Tone changes when you smile. The customer hears it.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 Use their name within the first 15 seconds on existing customer calls.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 Pause after "How are you?" Actually listen. Respond before moving on.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 Deliver the recording disclosure naturally. Practice until it sounds conversational.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6263640"/>
            <a:ext cx="841248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Metric: By end of day, every agent delivers a warm, natural opening with disclosure in under 30 seconds without sounding scripted.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Discovering with Intent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Huddle - Run of Show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5F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0972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min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600200" y="10972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 callback. "Who recorded themselves this morning? How did it sound?"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5F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1783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min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600200" y="17830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 today. "Yesterday was getting them to stay. Today is learning enough to make them want to buy." Discovery is the AGENT asking, not the customer.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4688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5F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4688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600200" y="24688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4 Pillars: Users, Usage, Devices, Cost. Walk through with example questions for each.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5F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1546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min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600200" y="31546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Qualitative vs. Quantitative live demo. Two agents role-play in front of group. One asks only closed questions, the other open-ended. Ask: "Which agent learned more?"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8404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5F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38404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min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00200" y="38404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rule: One great open-ended question beats five closed ones. Discovery should feel like a conversation.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5262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5F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4526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45262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min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600200" y="45262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Tie-backs preview: "Everything the customer tells you becomes ammunition for your pitch. Write it down."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0040" y="52120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5F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5212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4400" y="5212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min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600200" y="52120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the Discovery Bingo activity.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603504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6035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Tip: Have two agents role-play discovery live. The contrast between closed and open questions sells the lesson better than any slide.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Discovering with Intent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Activity + Floor Walk + Commitments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ACTIVITY: Discovery Bingo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2x2 grid (Users/Usage/Devices/Cost). Pair up. Customer uses persona card. Agent has 3 min to fill all 4 boxes.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Open-ended questions only. If agent asks a closed question, customer calls it out and agent rephrases.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Debrief: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"How many pillars did you cover? What was hardest? What question worked best?"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MIDDAY FLOOR WALK - CHECKLIST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461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Open-ended or closed questions?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All 4 pillars covered before pitch?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Tie-backs being noted?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Does discovery sound like conversation or intake form?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0" y="32461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Coaching:</a:t>
            </a:r>
            <a:endParaRPr lang="en-US" sz="10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Jumps to pitch after one question?</a:t>
            </a:r>
            <a:endParaRPr lang="en-US" sz="10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"What else could you have asked?"</a:t>
            </a:r>
            <a:endParaRPr lang="en-US" sz="10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Sounds like a survey?</a:t>
            </a:r>
            <a:endParaRPr lang="en-US" sz="10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"React to what they say."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457200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1D4E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COMMITMENTS YOU'RE LOOKING FOR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4983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 Ask at least one open-ended question per pillar. Minimum: Users and Usage.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 Listen for tie-backs. Write them down. You'll use them in the pitch.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 Don't interrogate. Discovery is a conversation. React to what they say.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 Never skip discovery. A pitch without discovery is a feature list.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6217920"/>
            <a:ext cx="841248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62179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Metric: By end of day, agents ask predominantly open-ended questions and cover at least 3 of 4 pillars before pitching.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Linking &amp; Being the Ambassador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Huddle - Run of Show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CF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0972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min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600200" y="10972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callback. "Did anyone get a customer to tell them a story yesterday?"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CF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1783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min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600200" y="17830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 today. "Yesterday you uncovered needs. Today you USE what you uncovered. This is where discovery becomes a sale."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4688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CF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4688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600200" y="24688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logic bridge: Every recommendation needs a "because." Live demo: take a fake profile, build the pitch using tie-backs in real time.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CF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1546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600200" y="31546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list vs. recommendation. Show both side by side. Generic vs. personalized. Ask: "Which pitch would you buy from?"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8404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CF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38404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00200" y="38404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confidence check. Quick quiz: What's included at each tier? What's the XM line promo worth? ($480) When do you mention broadband labels?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5262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CF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4526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45262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min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600200" y="45262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Broadband labels compliance. Required on every Internet/Mobile offer. Practice weaving it in naturally.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0040" y="52120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CF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5212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4400" y="5212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min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600200" y="52120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the 60-Second Pitch Build activity.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603504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6035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Tip: Take a fake customer profile and build the pitch live in front of the group, narrating your tie-backs as you go. Then ask an agent to do the same.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Linking &amp; Being the Ambassador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Activity + Floor Walk + Commitments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ACTIVITY: 60-Second Pitch Build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 4-5 persona cards with discovery details pre-filled. Each agent draws one, has 60 seconds to deliver a pitch.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Must include "Based on what you told me..." and at least one "I heard you say..." Must reference broadband labels.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Judging: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votes: Did it connect features to this customer? Would you buy? Was broadband labels natural?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MIDDAY FLOOR WALK - CHECKLIST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46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Tie-back language used? ("You mentioned...", "I heard you say...")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Pitch connects features to discovered needs?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Broadband labels referenced during pitch?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Right product for the household?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457200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1D4E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COMMITMENTS YOU'RE LOOKING FOR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983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 Never pitch without a "because." If you can't finish "I'm recommending this because you said...", discover more.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 Use the customer's exact words. "You mentioned..." is your most powerful phrase.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 Lead with benefits, not features. "Your kids can stream without buffering" beats "unlimited data."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 Reference broadband labels naturally. Practice weaving it in.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0"/>
            <a:ext cx="841248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62179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Metric: By end of day, agents use at least one tie-back per pitch and reference broadband labels on every Internet/Mobile offer.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Objections &amp; Overcoming Them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Huddle - Run of Show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7E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0972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min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600200" y="109728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 callback. "Who started with 'Based on what you told me' yesterday? How did the customer react?"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8745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7E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187452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min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600200" y="187452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 today. "An objection is NOT a rejection. It's the customer saying they need more info. Top closers aren't the ones who never hear no. They know what to do when they hear it."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6517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7E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6517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600200" y="265176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4-Step Framework. Walk through each with live demo: facilitator plays customer, agent walks all 4 steps.</a:t>
            </a:r>
            <a:endParaRPr lang="en-US" sz="10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1) Understand  2) Empathize &amp; Overcome  3) Restate Tie-Backs  4) Add Value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4290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429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7E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4290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min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600200" y="342900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Common objections: "I'll think about it", "Too expensive", "Under contract", "Not interested". Walk through response strategies.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20624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7E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4206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min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00200" y="420624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rule: Never speak negatively about competitors. That's a red flag (auto-fail on QA).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9834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7E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49834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min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600200" y="498348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re-close: After overcoming, you MUST ask again. Don't leave the sale hanging.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603504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48640" y="6035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Tip: The biggest mistake is going straight to rebuttal. Drill Step 1 (Understand) harder than the others. If they get the real reason, the rest flows.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Objections &amp; Overcoming Them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Activity + Floor Walk + Commitments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ACTIVITY: Objection Gauntlet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 objection cards. Agent sits in hot seat. Facilitator draws a card and delivers objection.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must walk through ALL 4 steps in order. Then re-close. "Customer" decides if they'd stay on the line.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for: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Did they probe before rebutting? Empathy genuine or scripted? Tie-back used? Re-closed?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MIDDAY FLOOR WALK - CHECKLIST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46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Agent probes before rebutting?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After overcoming, agent re-closes?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"I understand" sounds genuine or reflexive?</a:t>
            </a:r>
            <a:endParaRPr lang="en-US" sz="10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 Tie-backs from discovery used in rebuttal?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457200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1D4E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COMMITMENTS YOU'RE LOOKING FOR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983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 Always probe before rebutting. "What specifically concerns you?" changes the conversation.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 Lead with genuine empathy. "I completely understand" and mean it.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 Use their own words in the rebuttal. Tie-backs are your strongest tool.</a:t>
            </a:r>
            <a:endParaRPr lang="en-US" sz="11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 Always re-close after overcoming. Don't leave the sale hanging.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0"/>
            <a:ext cx="841248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62179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Metric: By end of day, agents probe before rebutting on every objection and re-close after every overcome attempt.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Putting It All Together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Huddle - Run of Show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0972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600200" y="109728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recap. Quick-fire: Day 1 (opening), Day 2 (discovery), Day 3 (linking), Day 4 (objections). "Today we connect all four."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92024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1920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600200" y="192024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Compass Navigator flow. Walk through all 5 phases: Connect, Explore, Consult, Overcome, Review. Show how each day maps to a phase.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7432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7432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600200" y="274320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6 Catalyst Behaviors self-check. Go through each. Ask room: "Scale of 1-5, where are you on this?"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566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5661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600200" y="356616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Going forward message. This isn't the end of training. Pick one behavior each day. Master it. Move to the next. QA scorecard is a mirror, not a judgment.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3891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438912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30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min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00200" y="4389120"/>
            <a:ext cx="7132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the Full Call Simulation.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539496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539496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92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103120" y="539496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FAF5FF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103120" y="539496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840480" y="539496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F0FDF4"/>
          </a:solidFill>
          <a:ln w="1905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840480" y="539496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577840" y="539496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FFF1F2"/>
          </a:solidFill>
          <a:ln w="1905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577840" y="539496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Overcome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315200" y="539496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F0FDFA"/>
          </a:solidFill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315200" y="539496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Putting It All Together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Activity + Wrap-Up + Full Week Commitments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137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749808"/>
            <a:ext cx="1219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ACTIVITY: Full Call Simulation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 3-4 detailed customer personas. Agent volunteers for hot seat. Facilitator plays the customer.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flow: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Opening, Discovery, Pitch with tie-backs, Handle objection, Re-close, Summarize. Group scores each phase.
</a:t>
            </a: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Debrief: </a:t>
            </a: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gives feedback: strongest phase, biggest gap. Facilitator highlights one thing each agent should keep doing.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74320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1D4E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743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FULL WEEK COMMITMENTS - REFERENCE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1546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1 - Opening
</a:t>
            </a: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Smile before you dial. Name in first 15s. Pause after "How are you?" Disclosure delivered naturally.
</a:t>
            </a:r>
            <a:r>
              <a:rPr lang="en-US" sz="105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Discovery
</a:t>
            </a: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Open-ended questions. 4 pillars. Record tie-backs. Conversation, not interrogation.
</a:t>
            </a:r>
            <a:r>
              <a:rPr lang="en-US" sz="105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3 - Linking
</a:t>
            </a: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Every pitch has a "because." Use their words. Benefits over features. Broadband labels.
</a:t>
            </a:r>
            <a:r>
              <a:rPr lang="en-US" sz="1050" b="1" dirty="0">
                <a:solidFill>
                  <a:srgbClr val="E67E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4 - Objections
</a:t>
            </a: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Probe before rebutting. Genuine empathy. Tie-backs in rebuttal. Always re-close.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5577840"/>
            <a:ext cx="8503920" cy="320040"/>
          </a:xfrm>
          <a:prstGeom prst="round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AFTERNOON WRAP-UP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Recognition: Call out agents who showed most improvement. Be specific.   2. Personal commitment: Each agent writes one behavior to sustain. Post at desk.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0"/>
            <a:ext cx="8412480" cy="36576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Post-Bootcamp: Use the Catalyst QA Scorecard to track behaviors weekly. Share in team huddles. Celebrate ED scores. Coach DND patterns.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Guide - Confidential - Catalyst Coaching Bootcamp - DR Site - March 2026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2517</Words>
  <Application>Microsoft Office PowerPoint</Application>
  <PresentationFormat>Widescreen</PresentationFormat>
  <Paragraphs>248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Performance Analytics</dc:creator>
  <cp:lastModifiedBy>Joshua Edgecomb</cp:lastModifiedBy>
  <cp:revision>2</cp:revision>
  <dcterms:created xsi:type="dcterms:W3CDTF">2026-03-28T17:39:21Z</dcterms:created>
  <dcterms:modified xsi:type="dcterms:W3CDTF">2026-03-28T20:13:44Z</dcterms:modified>
</cp:coreProperties>
</file>